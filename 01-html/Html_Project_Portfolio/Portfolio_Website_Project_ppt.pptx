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8611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1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023360" cy="4023360"/>
          </a:xfrm>
          <a:prstGeom prst="ellipse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480560"/>
            <a:ext cx="2377440" cy="2377440"/>
          </a:xfrm>
          <a:prstGeom prst="ellipse">
            <a:avLst/>
          </a:prstGeom>
          <a:solidFill>
            <a:srgbClr val="C4B5FD">
              <a:alpha val="2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WEBSITE  •  CASE STUDY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 Portfolio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multi-page personal website built with HTML — telling the story of my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from Electronics &amp; Communication to Full Stack Development.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4937760" cy="777240"/>
          </a:xfrm>
          <a:prstGeom prst="roundRect">
            <a:avLst>
              <a:gd name="adj" fmla="val 17647"/>
            </a:avLst>
          </a:prstGeom>
          <a:solidFill>
            <a:srgbClr val="6D28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4206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Bommideni Chaithanya Priya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Java Full Stack Developer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49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 Live Site: https://chaithanyapriya08.github.io/HTML_Portfolio/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7332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 github.com/chaithanyapriya08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1173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 linkedin.com/in/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chaithanya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-priya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72184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344168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portfolio designed to present my academic background, projects, and skills to recruiters — built while preparing for Full Stack Developer roles.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89504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61488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interconnected HTML pages, each sharing a consistent purple-and-lavender navigation bar and footer for a unified experience.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306824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178808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
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ground-up with semantic HTML tables for layout, inline styling for rapid iteration, and embedded media for a richer showcase.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chaithanyapriya.dev  •  Portfolio Website Project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6034A36-81CE-86D7-9971-250F90537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819" y="762219"/>
            <a:ext cx="6135931" cy="46510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Structure — 8 Pages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27048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🏠</a:t>
            </a:r>
            <a:endParaRPr lang="en-US" sz="1612" dirty="0"/>
          </a:p>
        </p:txBody>
      </p:sp>
      <p:sp>
        <p:nvSpPr>
          <p:cNvPr id="6" name="Text 4"/>
          <p:cNvSpPr txBox="1"/>
          <p:nvPr/>
        </p:nvSpPr>
        <p:spPr>
          <a:xfrm>
            <a:off x="1389888" y="1417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
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hero, quick highlights &amp; featured projects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527048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🙋</a:t>
            </a:r>
            <a:endParaRPr lang="en-US" sz="1612" dirty="0"/>
          </a:p>
        </p:txBody>
      </p:sp>
      <p:sp>
        <p:nvSpPr>
          <p:cNvPr id="9" name="Text 7"/>
          <p:cNvSpPr txBox="1"/>
          <p:nvPr/>
        </p:nvSpPr>
        <p:spPr>
          <a:xfrm>
            <a:off x="6922008" y="1417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
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career objective, interests &amp; my journey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🎓</a:t>
            </a:r>
            <a:endParaRPr lang="en-US" sz="1612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258775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
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timeline, coursework &amp; scores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697480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🛠️</a:t>
            </a:r>
            <a:endParaRPr lang="en-US" sz="1612" dirty="0"/>
          </a:p>
        </p:txBody>
      </p:sp>
      <p:sp>
        <p:nvSpPr>
          <p:cNvPr id="15" name="Text 13"/>
          <p:cNvSpPr txBox="1"/>
          <p:nvPr/>
        </p:nvSpPr>
        <p:spPr>
          <a:xfrm>
            <a:off x="6922008" y="258775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
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bars across languages &amp; web tech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67912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💼</a:t>
            </a:r>
            <a:endParaRPr lang="en-US" sz="1612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75818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
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case studies of 2 major builds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3867912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📜</a:t>
            </a:r>
            <a:endParaRPr lang="en-US" sz="1612" dirty="0"/>
          </a:p>
        </p:txBody>
      </p:sp>
      <p:sp>
        <p:nvSpPr>
          <p:cNvPr id="21" name="Text 19"/>
          <p:cNvSpPr txBox="1"/>
          <p:nvPr/>
        </p:nvSpPr>
        <p:spPr>
          <a:xfrm>
            <a:off x="6922008" y="375818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
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certificates with skills covered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038344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5038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🖼️</a:t>
            </a:r>
            <a:endParaRPr lang="en-US" sz="1612" dirty="0"/>
          </a:p>
        </p:txBody>
      </p:sp>
      <p:sp>
        <p:nvSpPr>
          <p:cNvPr id="24" name="Text 22"/>
          <p:cNvSpPr txBox="1"/>
          <p:nvPr/>
        </p:nvSpPr>
        <p:spPr>
          <a:xfrm>
            <a:off x="1389888" y="492861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
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embedded project demo videos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72200" y="5038344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5038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✉️</a:t>
            </a:r>
            <a:endParaRPr lang="en-US" sz="1612" dirty="0"/>
          </a:p>
        </p:txBody>
      </p:sp>
      <p:sp>
        <p:nvSpPr>
          <p:cNvPr id="27" name="Text 25"/>
          <p:cNvSpPr txBox="1"/>
          <p:nvPr/>
        </p:nvSpPr>
        <p:spPr>
          <a:xfrm>
            <a:off x="6922008" y="492861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
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forms, map &amp; social links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chaithanyapriya.dev  •  Portfolio Website Project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Lavender White
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#F5F3FF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182880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6D28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34640" y="19202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Purple
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#6D28D9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9202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
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#7C3AED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49440" y="182880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0" y="19202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Purple
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#8B5CF6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19202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
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37415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2918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Gray
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#374151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320040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DDD6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834640" y="32918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Lavender
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#DDD6FE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320040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C4B5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32918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Lavender
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#C4B5FD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9440" y="320040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5B21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0" y="32918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Purple
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#5B21B6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2560" y="320040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9D5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0" y="329184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Purple
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
</a:t>
            </a:r>
            <a:endParaRPr lang="en-US" sz="1050" dirty="0"/>
          </a:p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#E9D5FF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Verdana for navigation &amp; labels  ·  Georgia / Arial for hero &amp; section headings  ·  a consistent purple-lavender theme carried across all 8 pages.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chaithanyapriya.dev  •  Portfolio Website Project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27048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🧭</a:t>
            </a:r>
            <a:endParaRPr lang="en-US" sz="1612" dirty="0"/>
          </a:p>
        </p:txBody>
      </p:sp>
      <p:sp>
        <p:nvSpPr>
          <p:cNvPr id="6" name="Text 4"/>
          <p:cNvSpPr txBox="1"/>
          <p:nvPr/>
        </p:nvSpPr>
        <p:spPr>
          <a:xfrm>
            <a:off x="1389888" y="1417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Navigation
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nav bar &amp; footer wired across every page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527048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527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📄</a:t>
            </a:r>
            <a:endParaRPr lang="en-US" sz="1612" dirty="0"/>
          </a:p>
        </p:txBody>
      </p:sp>
      <p:sp>
        <p:nvSpPr>
          <p:cNvPr id="9" name="Text 7"/>
          <p:cNvSpPr txBox="1"/>
          <p:nvPr/>
        </p:nvSpPr>
        <p:spPr>
          <a:xfrm>
            <a:off x="6922008" y="1417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Resume
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resume PDF download from the homepage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📊</a:t>
            </a:r>
            <a:endParaRPr lang="en-US" sz="1612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258775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Skill Bars
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proficiency indicators by skill category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2697480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📍</a:t>
            </a:r>
            <a:endParaRPr lang="en-US" sz="1612" dirty="0"/>
          </a:p>
        </p:txBody>
      </p:sp>
      <p:sp>
        <p:nvSpPr>
          <p:cNvPr id="15" name="Text 13"/>
          <p:cNvSpPr txBox="1"/>
          <p:nvPr/>
        </p:nvSpPr>
        <p:spPr>
          <a:xfrm>
            <a:off x="6922008" y="258775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Google Map
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embed on the contact page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867912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📝</a:t>
            </a:r>
            <a:endParaRPr lang="en-US" sz="1612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75818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Contact Forms
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Quick-message form plus a detailed inquiry form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72200" y="3867912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72200" y="3867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🎬</a:t>
            </a:r>
            <a:endParaRPr lang="en-US" sz="1612" dirty="0"/>
          </a:p>
        </p:txBody>
      </p:sp>
      <p:sp>
        <p:nvSpPr>
          <p:cNvPr id="21" name="Text 19"/>
          <p:cNvSpPr txBox="1"/>
          <p:nvPr/>
        </p:nvSpPr>
        <p:spPr>
          <a:xfrm>
            <a:off x="6922008" y="375818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Gallery
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project demo videos with custom posters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5038344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5038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🏅</a:t>
            </a:r>
            <a:endParaRPr lang="en-US" sz="1612" dirty="0"/>
          </a:p>
        </p:txBody>
      </p:sp>
      <p:sp>
        <p:nvSpPr>
          <p:cNvPr id="24" name="Text 22"/>
          <p:cNvSpPr txBox="1"/>
          <p:nvPr/>
        </p:nvSpPr>
        <p:spPr>
          <a:xfrm>
            <a:off x="1389888" y="492861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Showcase
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images paired with skills covered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72200" y="5038344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5038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🔖</a:t>
            </a:r>
            <a:endParaRPr lang="en-US" sz="1612" dirty="0"/>
          </a:p>
        </p:txBody>
      </p:sp>
      <p:sp>
        <p:nvSpPr>
          <p:cNvPr id="27" name="Text 25"/>
          <p:cNvSpPr txBox="1"/>
          <p:nvPr/>
        </p:nvSpPr>
        <p:spPr>
          <a:xfrm>
            <a:off x="6922008" y="492861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Navigation
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In-page jump links for quick section access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chaithanyapriya.dev  •  Portfolio Website Project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02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10287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28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97380" y="1828800"/>
            <a:ext cx="20802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97380" y="1828800"/>
            <a:ext cx="2080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7558" y="1828800"/>
            <a:ext cx="149484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70025" y="1883664"/>
            <a:ext cx="12569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17337" y="1851660"/>
            <a:ext cx="1869948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 txBox="1"/>
          <p:nvPr/>
        </p:nvSpPr>
        <p:spPr>
          <a:xfrm>
            <a:off x="5964870" y="1828800"/>
            <a:ext cx="18699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Embeds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670048"/>
            <a:ext cx="3026664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7004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Marquee Elements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95344" y="2670048"/>
            <a:ext cx="1764792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95344" y="2670048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88736" y="2670048"/>
            <a:ext cx="1239012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88736" y="2670048"/>
            <a:ext cx="12390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39319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   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hand-coded, framework-free HTML site — tables handle layout,  native elements (forms, iframes, video, marquee) power the interactivity, all version-controlled on GitHub.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chaithanyapriya.dev  •  Portfolio Website Project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B21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206240" cy="4206240"/>
          </a:xfrm>
          <a:prstGeom prst="ellipse">
            <a:avLst/>
          </a:prstGeom>
          <a:solidFill>
            <a:srgbClr val="6D28D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754880"/>
            <a:ext cx="3657600" cy="3657600"/>
          </a:xfrm>
          <a:prstGeom prst="ellipse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Highlights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6D28D9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196596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6D28D9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Projects Featured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196596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6D28D9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Showcased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196596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6D28D9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3337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Problems Solved (LeetCode)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617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ECE background to a self-built full stack portfolio — every page reflects a step in that journey.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chaithanyapriya.dev  •  Portfolio Website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live site, check out the code, or reach out directly — I'm open to internship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full-time opportunities as a Full Stack Developer.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77340" y="25420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77340" y="2542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🌐</a:t>
            </a:r>
            <a:endParaRPr lang="en-US" sz="182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75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100" dirty="0">
                <a:solidFill>
                  <a:schemeClr val="bg2">
                    <a:lumMod val="50000"/>
                  </a:schemeClr>
                </a:solidFill>
              </a:rPr>
              <a:t>www.linkedin.com/in/chaithanya-priya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10712" y="22860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7972" y="25420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7972" y="2542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💻</a:t>
            </a:r>
            <a:endParaRPr lang="en-US" sz="182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3675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https://github.com/chaithanyapriya08/HTML_Portfolio</a:t>
            </a:r>
          </a:p>
        </p:txBody>
      </p:sp>
      <p:sp>
        <p:nvSpPr>
          <p:cNvPr id="15" name="Shape 13"/>
          <p:cNvSpPr/>
          <p:nvPr/>
        </p:nvSpPr>
        <p:spPr>
          <a:xfrm>
            <a:off x="6181344" y="22860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8604" y="25420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18604" y="2542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🔗</a:t>
            </a:r>
            <a:endParaRPr lang="en-US" sz="182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3675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linkedin.com/in/chaithanya-priya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51976" y="22860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89236" y="25420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89236" y="25420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dirty="0">
                <a:solidFill>
                  <a:srgbClr val="000000"/>
                </a:solidFill>
              </a:rPr>
              <a:t>✉️</a:t>
            </a:r>
            <a:endParaRPr lang="en-US" sz="1820" dirty="0"/>
          </a:p>
        </p:txBody>
      </p:sp>
      <p:sp>
        <p:nvSpPr>
          <p:cNvPr id="23" name="Text 21"/>
          <p:cNvSpPr txBox="1"/>
          <p:nvPr/>
        </p:nvSpPr>
        <p:spPr>
          <a:xfrm>
            <a:off x="9043416" y="3337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043416" y="3675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chaithanyapriya08@gmail.com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526280"/>
            <a:ext cx="12188952" cy="18288"/>
          </a:xfrm>
          <a:prstGeom prst="rect">
            <a:avLst/>
          </a:prstGeom>
          <a:solidFill>
            <a:srgbClr val="DDD6F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846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Bommideni Chaithanya Priya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2303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Java Full Stack Developer  •  Hyderabad, Telangana  •  +91 8688494606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viewing!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660</Words>
  <Application>Microsoft Office PowerPoint</Application>
  <PresentationFormat>Widescreen</PresentationFormat>
  <Paragraphs>156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Chaithanya Priya Bommideni</cp:lastModifiedBy>
  <cp:revision>7</cp:revision>
  <dcterms:created xsi:type="dcterms:W3CDTF">2026-09-05T15:23:53Z</dcterms:created>
  <dcterms:modified xsi:type="dcterms:W3CDTF">2026-09-05T19:02:50Z</dcterms:modified>
</cp:coreProperties>
</file>